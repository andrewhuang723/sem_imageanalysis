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D2D31E-D6E2-25F0-1E33-D39D4DD4E2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2F286C9-4EFE-AD81-184F-D2AAA298B0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F6FDFA0-B741-F6BC-A05F-778A5C9EE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38451-3D71-45A7-918A-449DD69AE856}" type="datetimeFigureOut">
              <a:rPr lang="zh-TW" altLang="en-US" smtClean="0"/>
              <a:t>2024/3/1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19FBF20-0EB3-6F4C-E354-DDFB6CD34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5D23AE0-0FD2-8FC0-CCFB-198AFDDBD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E14F-4768-474F-8B5F-1CB8B12465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0341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287A4E-4588-A012-61C6-396C56ABA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72DAA43-89FD-C716-DDAA-1240F3516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6E5B532-18C7-5504-70DF-EF6E00DBB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38451-3D71-45A7-918A-449DD69AE856}" type="datetimeFigureOut">
              <a:rPr lang="zh-TW" altLang="en-US" smtClean="0"/>
              <a:t>2024/3/1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81B00A-6E43-BAFC-897A-D58816A76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8BE531E-A676-BE58-BD9E-F762F995A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E14F-4768-474F-8B5F-1CB8B12465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0096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52ABBB-8B2A-F33F-153C-D163E2913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3106FAC-15FC-4BB6-5477-507C8E349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16AC4FA-C7C3-88E6-75EC-BAA6F3624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38451-3D71-45A7-918A-449DD69AE856}" type="datetimeFigureOut">
              <a:rPr lang="zh-TW" altLang="en-US" smtClean="0"/>
              <a:t>2024/3/1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5E6CE8F-30E0-1C18-1212-38CF9915D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ED01C7E-2D52-8927-E6C2-34A3A9F9D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E14F-4768-474F-8B5F-1CB8B12465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2724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867B41-D71A-C0B8-00FA-48BE46740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6F0D65B-E5CE-D886-90A6-7190B2F976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9D5778C-4B2F-4354-25FD-BF68F3969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83569F2-C668-15AA-4660-0D21BF117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38451-3D71-45A7-918A-449DD69AE856}" type="datetimeFigureOut">
              <a:rPr lang="zh-TW" altLang="en-US" smtClean="0"/>
              <a:t>2024/3/1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12EFBD0-F92B-8766-6ABD-FBC713ADE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783B38B-A96C-77FC-CE67-BE0BA6A83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E14F-4768-474F-8B5F-1CB8B12465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4644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D0A9AC-8777-A8E3-18CF-78243DDF8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7151101-71C8-5FCD-859F-C5F79ED82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914AF39-CE89-0422-FB15-DA5AA6D6B9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BFBB34A-5962-F139-A666-F4AC7EF868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F7B047C-E96C-ACAA-7E7D-69572DAF3B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A85CFA0-9ACA-FB93-3847-3A52CDC19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38451-3D71-45A7-918A-449DD69AE856}" type="datetimeFigureOut">
              <a:rPr lang="zh-TW" altLang="en-US" smtClean="0"/>
              <a:t>2024/3/1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BABF301-683A-425A-45F5-BEC2557BB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009BA2C-4DBF-A645-0891-14051D140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E14F-4768-474F-8B5F-1CB8B12465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458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57C1F4-8D32-3B8C-6D99-B1DC80B2D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6FF20C9-2E1B-34EC-996C-C1DFF1683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38451-3D71-45A7-918A-449DD69AE856}" type="datetimeFigureOut">
              <a:rPr lang="zh-TW" altLang="en-US" smtClean="0"/>
              <a:t>2024/3/1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8DFDC83-410E-4FFD-2EF3-F62E87F36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A610939-7F33-0D5C-B3EE-4BDC77528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E14F-4768-474F-8B5F-1CB8B12465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9197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F1F00A3-A815-E8FD-97CD-646AC2FB9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38451-3D71-45A7-918A-449DD69AE856}" type="datetimeFigureOut">
              <a:rPr lang="zh-TW" altLang="en-US" smtClean="0"/>
              <a:t>2024/3/1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B4DDC91-F8F2-7E60-587E-87222E1D3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4062B49-9021-91F6-810A-95DDE02EA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E14F-4768-474F-8B5F-1CB8B12465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1543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56BE94-4CDF-BCAF-C432-519BAC94C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ABD406-D9E9-8C1F-B776-B44A86329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5C4D22E-EF86-F975-84A9-0F3C02E18C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5BB25C7-3491-76DD-2ABC-98B4B9BD4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38451-3D71-45A7-918A-449DD69AE856}" type="datetimeFigureOut">
              <a:rPr lang="zh-TW" altLang="en-US" smtClean="0"/>
              <a:t>2024/3/1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3F48945-9C6C-1A3A-FFA5-6FA34E667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D850372-B923-00D3-D810-4368B6950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E14F-4768-474F-8B5F-1CB8B12465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9258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D7CB6B-341B-3D88-1434-A6FAA2430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DCA079D-EDC6-A4F1-9E86-FD32719FF4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3851DE5-6D44-DFD0-7BDE-411D2CEAD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EFDA944-C1B8-ECFF-C454-93BB25337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38451-3D71-45A7-918A-449DD69AE856}" type="datetimeFigureOut">
              <a:rPr lang="zh-TW" altLang="en-US" smtClean="0"/>
              <a:t>2024/3/1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5766A86-DA7E-47D1-0BFD-9EE736F3F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D6863B0-96DC-DD88-B47F-823BC2DE7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E14F-4768-474F-8B5F-1CB8B12465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8985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52561A-3978-5251-7295-C7B75555A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6FEBBD2-9FAC-62CB-0725-DBAB5B6606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C1D505-E101-D218-7E81-ACA23B871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38451-3D71-45A7-918A-449DD69AE856}" type="datetimeFigureOut">
              <a:rPr lang="zh-TW" altLang="en-US" smtClean="0"/>
              <a:t>2024/3/1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1A50D9-D3B1-D061-743D-B8D57E039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EE3047A-C52F-C883-BF17-7E92F8FBD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E14F-4768-474F-8B5F-1CB8B12465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7343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C94E4A5-0749-1770-4CB5-13DFD3DEA2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8133EA6-35B0-3651-F89E-455556FC87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1143C44-CD93-514F-6DFB-8FA896286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38451-3D71-45A7-918A-449DD69AE856}" type="datetimeFigureOut">
              <a:rPr lang="zh-TW" altLang="en-US" smtClean="0"/>
              <a:t>2024/3/1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2B49F21-0D60-9798-E38E-C385460A3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7DF77E3-2EB7-F0DF-17D7-2E34AB4E2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E14F-4768-474F-8B5F-1CB8B12465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8432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684EAA7-7D1F-12B0-66A9-D8D32989F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1FAD932-8164-301A-080D-828B09C1C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02D7A11-2D0B-9994-D395-D3AD2DBE5A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E38451-3D71-45A7-918A-449DD69AE856}" type="datetimeFigureOut">
              <a:rPr lang="zh-TW" altLang="en-US" smtClean="0"/>
              <a:t>2024/3/1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731EFD3-7D7B-4911-9C40-BCFA63AD5B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469430A-5F5F-4F14-3043-949A3426E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F9E14F-4768-474F-8B5F-1CB8B12465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8816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1DCDAE-3B01-E8A4-F63D-EBF5C23828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7D615B9-6213-31B6-1862-3FF4816DBA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4105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寫生, 圖畫, 藝術, 黑與白 的圖片&#10;&#10;自動產生的描述">
            <a:extLst>
              <a:ext uri="{FF2B5EF4-FFF2-40B4-BE49-F238E27FC236}">
                <a16:creationId xmlns:a16="http://schemas.microsoft.com/office/drawing/2014/main" id="{1BF717B7-A331-62A2-B4EC-F958DA7F02B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50" t="18067" r="35623" b="11744"/>
          <a:stretch/>
        </p:blipFill>
        <p:spPr>
          <a:xfrm>
            <a:off x="3231472" y="560535"/>
            <a:ext cx="2974495" cy="2062606"/>
          </a:xfrm>
          <a:prstGeom prst="rect">
            <a:avLst/>
          </a:prstGeom>
        </p:spPr>
      </p:pic>
      <p:pic>
        <p:nvPicPr>
          <p:cNvPr id="9" name="圖片 8" descr="一張含有 寫生, 黑色, 黑與白, 單色 的圖片&#10;&#10;自動產生的描述">
            <a:extLst>
              <a:ext uri="{FF2B5EF4-FFF2-40B4-BE49-F238E27FC236}">
                <a16:creationId xmlns:a16="http://schemas.microsoft.com/office/drawing/2014/main" id="{09544C25-22B9-28D0-413E-84EE4FC9AC3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29" t="9408" r="33293" b="9320"/>
          <a:stretch/>
        </p:blipFill>
        <p:spPr>
          <a:xfrm>
            <a:off x="358063" y="560535"/>
            <a:ext cx="2974495" cy="2097401"/>
          </a:xfrm>
          <a:prstGeom prst="rect">
            <a:avLst/>
          </a:prstGeom>
        </p:spPr>
      </p:pic>
      <p:pic>
        <p:nvPicPr>
          <p:cNvPr id="13" name="圖片 12" descr="一張含有 鮮豔, 藝術 的圖片&#10;&#10;自動產生的描述">
            <a:extLst>
              <a:ext uri="{FF2B5EF4-FFF2-40B4-BE49-F238E27FC236}">
                <a16:creationId xmlns:a16="http://schemas.microsoft.com/office/drawing/2014/main" id="{3103B5A1-2B35-1A3D-3C21-5AAEA771C38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23" t="12997" r="35996" b="12381"/>
          <a:stretch/>
        </p:blipFill>
        <p:spPr>
          <a:xfrm>
            <a:off x="1505771" y="3500819"/>
            <a:ext cx="3451402" cy="2556906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756C0660-371A-A748-3744-ECCE3A48E4C1}"/>
              </a:ext>
            </a:extLst>
          </p:cNvPr>
          <p:cNvSpPr txBox="1"/>
          <p:nvPr/>
        </p:nvSpPr>
        <p:spPr>
          <a:xfrm>
            <a:off x="4003636" y="306638"/>
            <a:ext cx="1531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Threshold: 90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C48CAF8-0EBD-C56D-6ADB-10FC5492A98D}"/>
              </a:ext>
            </a:extLst>
          </p:cNvPr>
          <p:cNvSpPr txBox="1"/>
          <p:nvPr/>
        </p:nvSpPr>
        <p:spPr>
          <a:xfrm>
            <a:off x="1432940" y="30663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原圖</a:t>
            </a:r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7626C1EF-0ABF-AA7B-FB1B-86366CA61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068886"/>
              </p:ext>
            </p:extLst>
          </p:nvPr>
        </p:nvGraphicFramePr>
        <p:xfrm>
          <a:off x="6589825" y="675970"/>
          <a:ext cx="3969676" cy="5001308"/>
        </p:xfrm>
        <a:graphic>
          <a:graphicData uri="http://schemas.openxmlformats.org/drawingml/2006/table">
            <a:tbl>
              <a:tblPr/>
              <a:tblGrid>
                <a:gridCol w="384909">
                  <a:extLst>
                    <a:ext uri="{9D8B030D-6E8A-4147-A177-3AD203B41FA5}">
                      <a16:colId xmlns:a16="http://schemas.microsoft.com/office/drawing/2014/main" val="1909891030"/>
                    </a:ext>
                  </a:extLst>
                </a:gridCol>
                <a:gridCol w="769819">
                  <a:extLst>
                    <a:ext uri="{9D8B030D-6E8A-4147-A177-3AD203B41FA5}">
                      <a16:colId xmlns:a16="http://schemas.microsoft.com/office/drawing/2014/main" val="1245328831"/>
                    </a:ext>
                  </a:extLst>
                </a:gridCol>
                <a:gridCol w="1104239">
                  <a:extLst>
                    <a:ext uri="{9D8B030D-6E8A-4147-A177-3AD203B41FA5}">
                      <a16:colId xmlns:a16="http://schemas.microsoft.com/office/drawing/2014/main" val="464673584"/>
                    </a:ext>
                  </a:extLst>
                </a:gridCol>
                <a:gridCol w="1710709">
                  <a:extLst>
                    <a:ext uri="{9D8B030D-6E8A-4147-A177-3AD203B41FA5}">
                      <a16:colId xmlns:a16="http://schemas.microsoft.com/office/drawing/2014/main" val="1976736594"/>
                    </a:ext>
                  </a:extLst>
                </a:gridCol>
              </a:tblGrid>
              <a:tr h="192358"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area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eccentricity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perimeter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3947921"/>
                  </a:ext>
                </a:extLst>
              </a:tr>
              <a:tr h="19235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1149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0.6174701660804881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216.37972567696687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4313414"/>
                  </a:ext>
                </a:extLst>
              </a:tr>
              <a:tr h="19235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1215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0.4200005260745398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201.79393923933998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4897052"/>
                  </a:ext>
                </a:extLst>
              </a:tr>
              <a:tr h="19235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21554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0.6861594148359287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1785.8500346183046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8769485"/>
                  </a:ext>
                </a:extLst>
              </a:tr>
              <a:tr h="19235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384864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0.6323369413370508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31973.90906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629949"/>
                  </a:ext>
                </a:extLst>
              </a:tr>
              <a:tr h="19235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4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3035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0.9445567597227306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495.32189719444773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372362"/>
                  </a:ext>
                </a:extLst>
              </a:tr>
              <a:tr h="19235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17606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0.9163107743316501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1882.4419177103414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290995"/>
                  </a:ext>
                </a:extLst>
              </a:tr>
              <a:tr h="19235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37767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0.9421138575650733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4738.238307928233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756125"/>
                  </a:ext>
                </a:extLst>
              </a:tr>
              <a:tr h="19235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7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382590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0.7609519192511853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10519.495085288445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38294"/>
                  </a:ext>
                </a:extLst>
              </a:tr>
              <a:tr h="19235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8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220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0.7764216486391882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83.91168824543142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2818515"/>
                  </a:ext>
                </a:extLst>
              </a:tr>
              <a:tr h="19235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9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128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0.9628782163883007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75.04772721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13404"/>
                  </a:ext>
                </a:extLst>
              </a:tr>
              <a:tr h="19235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10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236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0.8387363474616382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118.88225099390857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602146"/>
                  </a:ext>
                </a:extLst>
              </a:tr>
              <a:tr h="19235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11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335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0.6024873262876742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119.40306627407986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346516"/>
                  </a:ext>
                </a:extLst>
              </a:tr>
              <a:tr h="19235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12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145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0.5829474546102164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50.00609665440988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916948"/>
                  </a:ext>
                </a:extLst>
              </a:tr>
              <a:tr h="19235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13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898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0.870212874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179.17261889578032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630859"/>
                  </a:ext>
                </a:extLst>
              </a:tr>
              <a:tr h="19235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14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104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0.9577860766733584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65.80508652763321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55828"/>
                  </a:ext>
                </a:extLst>
              </a:tr>
              <a:tr h="19235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15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164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0.8862385270362544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57.94112549695428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7814932"/>
                  </a:ext>
                </a:extLst>
              </a:tr>
              <a:tr h="19235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16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2803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0.9068804091817408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593.5655839020935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1620923"/>
                  </a:ext>
                </a:extLst>
              </a:tr>
              <a:tr h="19235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17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356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0.9063790705492397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124.98885271170678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2924835"/>
                  </a:ext>
                </a:extLst>
              </a:tr>
              <a:tr h="19235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18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105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0.9152361211096153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59.35533905932737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592437"/>
                  </a:ext>
                </a:extLst>
              </a:tr>
              <a:tr h="19235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19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283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0.9294400531165923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100.01828996322963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893337"/>
                  </a:ext>
                </a:extLst>
              </a:tr>
              <a:tr h="19235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20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191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0.9272170474525692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92.18986283848344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265396"/>
                  </a:ext>
                </a:extLst>
              </a:tr>
              <a:tr h="19235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21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2127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0.9509046135003237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517.8488091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436230"/>
                  </a:ext>
                </a:extLst>
              </a:tr>
              <a:tr h="19235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22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110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0.856567861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50.45584412271572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8148040"/>
                  </a:ext>
                </a:extLst>
              </a:tr>
              <a:tr h="19235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23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178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0.9581681937144745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77.25483399593904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353589"/>
                  </a:ext>
                </a:extLst>
              </a:tr>
              <a:tr h="19235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24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782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0.9585349465752091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222.86500705120548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8259209"/>
                  </a:ext>
                </a:extLst>
              </a:tr>
            </a:tbl>
          </a:graphicData>
        </a:graphic>
      </p:graphicFrame>
      <p:sp>
        <p:nvSpPr>
          <p:cNvPr id="20" name="文字方塊 19">
            <a:extLst>
              <a:ext uri="{FF2B5EF4-FFF2-40B4-BE49-F238E27FC236}">
                <a16:creationId xmlns:a16="http://schemas.microsoft.com/office/drawing/2014/main" id="{F979168E-29EA-403F-8CE5-7ED88479D7DB}"/>
              </a:ext>
            </a:extLst>
          </p:cNvPr>
          <p:cNvSpPr txBox="1"/>
          <p:nvPr/>
        </p:nvSpPr>
        <p:spPr>
          <a:xfrm>
            <a:off x="8130332" y="588589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…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47621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 descr="一張含有 文字, 螢幕擷取畫面, 行, 繪圖 的圖片&#10;&#10;自動產生的描述">
            <a:extLst>
              <a:ext uri="{FF2B5EF4-FFF2-40B4-BE49-F238E27FC236}">
                <a16:creationId xmlns:a16="http://schemas.microsoft.com/office/drawing/2014/main" id="{C3714244-85CA-CF42-1AD4-D0B22F268AD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" t="5834" r="4175" b="6244"/>
          <a:stretch/>
        </p:blipFill>
        <p:spPr>
          <a:xfrm>
            <a:off x="0" y="564576"/>
            <a:ext cx="12099884" cy="3302493"/>
          </a:xfrm>
          <a:prstGeom prst="rect">
            <a:avLst/>
          </a:prstGeom>
        </p:spPr>
      </p:pic>
      <p:pic>
        <p:nvPicPr>
          <p:cNvPr id="17" name="圖片 16" descr="一張含有 螢幕擷取畫面, 文字, 行 的圖片&#10;&#10;自動產生的描述">
            <a:extLst>
              <a:ext uri="{FF2B5EF4-FFF2-40B4-BE49-F238E27FC236}">
                <a16:creationId xmlns:a16="http://schemas.microsoft.com/office/drawing/2014/main" id="{DF8E819B-3319-19FF-410D-4C9384CB80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41559"/>
            <a:ext cx="12192000" cy="194976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DC29F44C-2819-9337-4953-368F5493BBB4}"/>
              </a:ext>
            </a:extLst>
          </p:cNvPr>
          <p:cNvSpPr txBox="1"/>
          <p:nvPr/>
        </p:nvSpPr>
        <p:spPr>
          <a:xfrm>
            <a:off x="1305017" y="424352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像素面積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5B03335-B1B6-32F5-9ADC-1E768B00AC7A}"/>
              </a:ext>
            </a:extLst>
          </p:cNvPr>
          <p:cNvSpPr txBox="1"/>
          <p:nvPr/>
        </p:nvSpPr>
        <p:spPr>
          <a:xfrm>
            <a:off x="1305017" y="451034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真實面積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9C0E7FD-FA0A-56F4-2430-05B738ACDBC3}"/>
              </a:ext>
            </a:extLst>
          </p:cNvPr>
          <p:cNvSpPr txBox="1"/>
          <p:nvPr/>
        </p:nvSpPr>
        <p:spPr>
          <a:xfrm>
            <a:off x="1305017" y="47101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孔隙度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79F5074-ED49-1C53-7A26-C13821CD7440}"/>
              </a:ext>
            </a:extLst>
          </p:cNvPr>
          <p:cNvSpPr txBox="1"/>
          <p:nvPr/>
        </p:nvSpPr>
        <p:spPr>
          <a:xfrm>
            <a:off x="1305016" y="496183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孔洞像素面積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215D9AE-A2EE-F22F-FB2A-8110EB689D55}"/>
              </a:ext>
            </a:extLst>
          </p:cNvPr>
          <p:cNvSpPr txBox="1"/>
          <p:nvPr/>
        </p:nvSpPr>
        <p:spPr>
          <a:xfrm>
            <a:off x="1305016" y="520602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孔洞真實面積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D5DFE9E-9D07-0C36-058A-7B232BF5CA72}"/>
              </a:ext>
            </a:extLst>
          </p:cNvPr>
          <p:cNvSpPr txBox="1"/>
          <p:nvPr/>
        </p:nvSpPr>
        <p:spPr>
          <a:xfrm>
            <a:off x="1305016" y="545767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材料像素面積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82651BC-6C83-4659-E48D-18405000715B}"/>
              </a:ext>
            </a:extLst>
          </p:cNvPr>
          <p:cNvSpPr txBox="1"/>
          <p:nvPr/>
        </p:nvSpPr>
        <p:spPr>
          <a:xfrm>
            <a:off x="1305016" y="570006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材料真實面積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CB6CD6F-E22B-B1F1-FA72-D7A117361508}"/>
              </a:ext>
            </a:extLst>
          </p:cNvPr>
          <p:cNvSpPr txBox="1"/>
          <p:nvPr/>
        </p:nvSpPr>
        <p:spPr>
          <a:xfrm>
            <a:off x="3364637" y="56457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孔洞面積分布</a:t>
            </a:r>
          </a:p>
        </p:txBody>
      </p:sp>
    </p:spTree>
    <p:extLst>
      <p:ext uri="{BB962C8B-B14F-4D97-AF65-F5344CB8AC3E}">
        <p14:creationId xmlns:p14="http://schemas.microsoft.com/office/powerpoint/2010/main" val="2572656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3865</TotalTime>
  <Words>130</Words>
  <Application>Microsoft Office PowerPoint</Application>
  <PresentationFormat>寬螢幕</PresentationFormat>
  <Paragraphs>114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微軟正黑體</vt:lpstr>
      <vt:lpstr>新細明體</vt:lpstr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Andrew J.S. Huang (黃昭學)</dc:creator>
  <cp:lastModifiedBy>Andrew J.S. Huang (黃昭學)</cp:lastModifiedBy>
  <cp:revision>1</cp:revision>
  <dcterms:created xsi:type="dcterms:W3CDTF">2024-03-01T10:47:22Z</dcterms:created>
  <dcterms:modified xsi:type="dcterms:W3CDTF">2024-03-04T03:12:58Z</dcterms:modified>
</cp:coreProperties>
</file>